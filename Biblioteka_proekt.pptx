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Здравствуйте. Наш проект называется «Система управления библиотекой». Это консольное приложение на C++, написанное с использованием объектно-ориентированного подхода. Программа ведёт учёт книг, читателей и выдач — то есть заменяет обычный бумажный журнал библиотеки.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Расскажу, зачем нужна эта программа. Она хранит три вещи: список книг, список читателей и записи о том, кто какую книгу взял. Библиотекарь может добавлять и удалять записи, искать книги и сортировать их. Самое важное — все данные сохраняются в файлы, поэтому при следующем запуске ничего не теряется.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Программа решает четыре главные задачи. Первое — хранит данные о книгах, читателях и выдачах в одной системе. Второе — умеет добавлять, удалять, искать и сортировать записи. Третье — сохраняет всё в файлы и загружает при запуске. И четвёртое — у неё простое текстовое меню: пользователь управляет программой, вводя цифры.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об архитектуре. Мы используем объектно-ориентированный подход. Идея в том, что каждый реальный объект описывается классом. Класс — это шаблон, у которого есть поля (данные) и методы (действия). Из класса создаются конкретные объекты — например, отдельные книги. Это удобно, потому что каждый класс отвечает за одну понятную вещь, код легко читать и расширять.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Вот основные классы программы. Класс Book хранит одну книгу — её номер, название, автора и год. Класс Reader хранит читателя и список его выдач. Класс Loan описывает факт выдачи: какая книга, какому читателю и когда. А класс Library связывает всё вместе и управляет всеми операциями — добавлением, поиском, сохранением.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Поговорим о структурах данных. Списки хранят коллекции: список книг, читателей и выдач. По списку удобно перебирать элементы, чтобы вывести каталог или что-то найти. Словари хранят пары «ключ — значение» и дают быстрый поиск книги по номеру или названию без полного перебора. Ещё словарь связывает читателя с его книгами.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Дальше — очереди и файлы. Очередь работает по принципу «первый пришёл — первый обслужен», то есть FIFO. Мы применяем её к запросам на популярную книгу: читатели получают её строго по порядку. Файлы отвечают за постоянное хранение: при старте программа читает данные из файлов, а при выходе записывает их обратно.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Покажу, как данные не теряются между запусками — это три шага. При запуске программа читает файлы и восстанавливает книги, читателей и выдачи. Во время работы пользователь добавляет, удаляет и ищет записи через меню. А при выходе всё текущее состояние записывается обратно в файлы.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Отдельно про поиск. Линейный поиск проверяет книги подряд, одну за другой — он простой, но на больших списках медленный. Бинарный поиск быстрее: сначала мы сортируем книги, а затем делим диапазон пополам и находим нужную книгу за считанные шаги. Поэтому в проекте мы используем именно бинарный поиск.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Есть и дополнительные возможности. Каталог можно отсортировать по названию или по году издания — так удобнее просматривать книги. А ещё программа анализирует историю выдач читателя, собирает теги его любимых книг и предлагает похожие. Благодаря этому библиотека становится персональной.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Коротко о том, как это выглядит в работе. Слева — меню программы: добавить книгу, добавить читателя, выдать и вернуть книгу, найти книгу, показать каталог. При запуске данные загружаются из файлов. Мы добавляем книгу и читателя, выдаём книгу — создаётся запись о выдаче. Ищем книгу бинарным поиском. При выходе всё сохраняется обратно.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Подведём итоги. Объектно-ориентированный подход сделал наш код структурированным и понятным. Списки и словари хранят данные и дают быстрый поиск. Очереди обрабатывают запросы по порядку. Файлы сохраняют состояние между запусками. А бинарный поиск ускоряет работу с каталогом. Спасибо за внимание,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ll-bleed image" descr="library.png"/>
          <p:cNvPicPr>
            <a:picLocks noChangeAspect="1"/>
          </p:cNvPicPr>
          <p:nvPr/>
        </p:nvPicPr>
        <p:blipFill>
          <a:blip r:embed="rId2"/>
          <a:srcRect l="1515" r="15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band"/>
          <p:cNvSpPr/>
          <p:nvPr/>
        </p:nvSpPr>
        <p:spPr>
          <a:xfrm>
            <a:off x="0" y="4629150"/>
            <a:ext cx="12192000" cy="2228850"/>
          </a:xfrm>
          <a:prstGeom prst="rect">
            <a:avLst/>
          </a:prstGeom>
          <a:solidFill>
            <a:srgbClr val="2C2C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85800" y="5029200"/>
            <a:ext cx="533400" cy="0"/>
          </a:xfrm>
          <a:prstGeom prst="line">
            <a:avLst/>
          </a:prstGeom>
          <a:ln w="38100">
            <a:solidFill>
              <a:srgbClr val="2783DE"/>
            </a:solidFill>
          </a:ln>
        </p:spPr>
      </p:cxnSp>
      <p:sp>
        <p:nvSpPr>
          <p:cNvPr id="5" name="Section label"/>
          <p:cNvSpPr txBox="1"/>
          <p:nvPr/>
        </p:nvSpPr>
        <p:spPr>
          <a:xfrm>
            <a:off x="685800" y="5181600"/>
            <a:ext cx="857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C9C7C2"/>
                </a:solidFill>
                <a:latin typeface="Arial"/>
              </a:rPr>
              <a:t>УЧЕБНЫЙ ПРОЕКТ · C++ · ООП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48300"/>
            <a:ext cx="9906000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 u="none">
                <a:solidFill>
                  <a:srgbClr val="FFFFFF"/>
                </a:solidFill>
                <a:latin typeface="Arial"/>
              </a:rPr>
              <a:t>Система управления библиотекой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catalog.png"/>
          <p:cNvPicPr>
            <a:picLocks noChangeAspect="1"/>
          </p:cNvPicPr>
          <p:nvPr/>
        </p:nvPicPr>
        <p:blipFill>
          <a:blip r:embed="rId2"/>
          <a:srcRect l="17769" r="17769"/>
          <a:stretch>
            <a:fillRect/>
          </a:stretch>
        </p:blipFill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48250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7D7A75"/>
                </a:solidFill>
                <a:latin typeface="Arial"/>
              </a:rPr>
              <a:t>Единая система вместо бумажного журнала</a:t>
            </a:r>
          </a:p>
        </p:txBody>
      </p:sp>
      <p:sp>
        <p:nvSpPr>
          <p:cNvPr id="5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О ПРОЕКТЕ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Зачем нужна эта программа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Наш проект — это система управления библиотекой. Она заменяет бумажный журнал: хранит книги, читателей и записи о том, кто какую книгу взял. Программа добавляет, удаляет, ищет и сортирует записи, а все данные сохраняет в файлы — между запусками ничего не теряется.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ЗАДАЧИ ПРОЕКТА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Что должна уметь программа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Программа решает четыре главные задачи.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Хранит книги, читателей и выдачи в одной системе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ОПЕРАЦИИ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Добавляет, удаляет, ищет и сортирует записи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ХРАНЕНИЕ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Сохраняет всё в файлы и загружает при запуске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91250" y="52197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6" name="Section label"/>
          <p:cNvSpPr txBox="1"/>
          <p:nvPr/>
        </p:nvSpPr>
        <p:spPr>
          <a:xfrm>
            <a:off x="6191250" y="53530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ИНТЕРФЕЙС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0" y="56007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Простое текстовое меню — управление цифрами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АРХИТЕКТУРА · ООП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Объектно-ориентированный подход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Идея ООП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Объектно-ориентированное программирование описывает реальные объекты в виде классов. Класс — это шаблон: у него есть поля (данные) и методы (действия). Из класса создаются объекты — конкретные книги и читатели.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Почему это удобно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Каждый класс отвечает за одну понятную вещь. Код получается структурированным, его легко читать, проверять и расширять — новую возможность можно добавить, не ломая остальное.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КЛАССЫ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Основные классы программы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Каждый класс отвечает за одну понятную вещь.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6800"/>
                <a:gridCol w="3606800"/>
                <a:gridCol w="36068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Класс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Данные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Что делает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Book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id, название, автор, год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Хранит одну книгу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Reader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id, имя, список выдач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Хранит читателя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Loan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книга, читатель, дата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Факт выдачи книги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Library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коллекции и методы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Управляет всей системой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СТРУКТУРЫ ДАННЫХ · 1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Списки и словари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Списки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Списки хранят коллекции: список книг, читателей и выдач. По списку удобно перебирать элементы, чтобы вывести каталог на экран. Добавление и удаление книги — это операции над списком.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Словари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Словарь хранит пары «ключ → значение» и даёт быстрый поиск книги по id или названию без перебора. Ещё он связывает читателя с его книгами: reader_id → список выданных книг.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СТРУКТУРЫ ДАННЫХ · 2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Очереди и файлы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Порядок и надёжное хранение.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ОЧЕРЕДЬ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Запросы на популярную книгу обслуживаются строго по порядку — FIFO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ФАЙЛЫ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При старте данные читаются из файлов, при выходе — сохраняются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ХРАНЕНИЕ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Данные не теряются между запусками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5000" y="3448050"/>
            <a:ext cx="83820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6" name="Process step 1 marker"/>
          <p:cNvSpPr/>
          <p:nvPr/>
        </p:nvSpPr>
        <p:spPr>
          <a:xfrm>
            <a:off x="2324100" y="3200400"/>
            <a:ext cx="495299" cy="495299"/>
          </a:xfrm>
          <a:prstGeom prst="ellipse">
            <a:avLst/>
          </a:prstGeom>
          <a:solidFill>
            <a:srgbClr val="2783DE"/>
          </a:solidFill>
          <a:ln w="19050">
            <a:solidFill>
              <a:srgbClr val="2783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410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Запуск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Программа читает файлы и восстанавливает книги, читателей и выдачи.</a:t>
            </a:r>
          </a:p>
        </p:txBody>
      </p:sp>
      <p:sp>
        <p:nvSpPr>
          <p:cNvPr id="10" name="Process step 2 marker"/>
          <p:cNvSpPr/>
          <p:nvPr/>
        </p:nvSpPr>
        <p:spPr>
          <a:xfrm>
            <a:off x="584835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835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50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Работа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50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Пользователь добавляет, удаляет и ищет записи через меню.</a:t>
            </a:r>
          </a:p>
        </p:txBody>
      </p:sp>
      <p:sp>
        <p:nvSpPr>
          <p:cNvPr id="14" name="Process step 3 marker"/>
          <p:cNvSpPr/>
          <p:nvPr/>
        </p:nvSpPr>
        <p:spPr>
          <a:xfrm>
            <a:off x="937260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Выход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Всё текущее состояние записывается обратно в файлы.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ПОИСК И СОРТИРОВКА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Почему бинарный поиск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5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4900" y="2571750"/>
            <a:ext cx="381000" cy="38100"/>
          </a:xfrm>
          <a:prstGeom prst="rect">
            <a:avLst/>
          </a:prstGeom>
          <a:solidFill>
            <a:srgbClr val="7D7A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05600" y="2571750"/>
            <a:ext cx="3810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2C2C2B"/>
                </a:solidFill>
                <a:latin typeface="Arial"/>
              </a:rPr>
              <a:t>Линейный поиск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Проверяет книги подряд, одну за другой. Простой, но на больших списках работает медленно.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2C2C2B"/>
                </a:solidFill>
                <a:latin typeface="Arial"/>
              </a:rPr>
              <a:t>Бинарный поиск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Сначала сортируем книги, затем делим диапазон пополам. Находит нужную книгу за считанные шаги.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reading.png"/>
          <p:cNvPicPr>
            <a:picLocks noChangeAspect="1"/>
          </p:cNvPicPr>
          <p:nvPr/>
        </p:nvPicPr>
        <p:blipFill>
          <a:blip r:embed="rId2"/>
          <a:srcRect t="2233" b="2233"/>
          <a:stretch>
            <a:fillRect/>
          </a:stretch>
        </p:blipFill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48250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7D7A75"/>
                </a:solidFill>
                <a:latin typeface="Arial"/>
              </a:rPr>
              <a:t>Рекомендации на основе истории чтения</a:t>
            </a:r>
          </a:p>
        </p:txBody>
      </p:sp>
      <p:sp>
        <p:nvSpPr>
          <p:cNvPr id="5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ДОПОЛНИТЕЛЬНО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Сортировка и рекомендации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Каталог можно отсортировать по названию или году издания — так удобнее искать и просматривать книги. А ещё программа анализирует историю выдач читателя, собирает теги его любимых книг и предлагает похожие. Библиотека становится персональной.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ДЕМОНСТРАЦИЯ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Как выглядит работа программы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Меню программы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1. Добавить книгу
2. Добавить читателя
3. Выдать книгу
4. Вернуть книгу
5. Найти книгу
6. Показать каталог
0. Выход и сохранение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2C2C2B"/>
                </a:solidFill>
                <a:latin typeface="Arial"/>
              </a:rPr>
              <a:t>Сценарий показа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Запускаем — данные загружаются из файлов. Добавляем книгу и читателя, выдаём книгу — создаётся запись о выдаче. Ищем книгу бинарным поиском. При выходе всё сохраняется обратно в файлы.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ИТОГИ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Что показывает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526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1336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u="none">
                <a:solidFill>
                  <a:srgbClr val="2C2C2B"/>
                </a:solidFill>
                <a:latin typeface="Arial"/>
              </a:rPr>
              <a:t>ООП делает код структурированным и понятным.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6670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527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Списки и словари хранят данные и дают быстрый поиск.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4861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379094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719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Очереди обрабатывают запросы по порядку.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3053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85800" y="46101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910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Файлы сохраняют состояние между запусками.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51244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85800" y="54292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4102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Бинарный поиск ускоряет работу с каталогом.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Notion Artifact Export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Biblioteka proekt</dc:title>
  <dc:subject/>
  <dc:creator>Notion AI</dc:creator>
  <cp:keywords/>
  <dc:description>generated using python-pptx</dc:description>
  <cp:lastModifiedBy>Notion AI</cp:lastModifiedBy>
  <cp:revision>1</cp:revision>
  <dcterms:created xsi:type="dcterms:W3CDTF">2026-07-05T19:06:58Z</dcterms:created>
  <dcterms:modified xsi:type="dcterms:W3CDTF">2026-07-05T19:06:58Z</dcterms:modified>
  <cp:category/>
</cp:coreProperties>
</file>