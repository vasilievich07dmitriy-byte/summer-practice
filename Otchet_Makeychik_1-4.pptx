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БГУ · МЕХАНИКО-МАТЕМАТИЧЕСКИЙ ФАКУЛЬТЕТ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Структуры данных на C++: 4 программы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D7A75"/>
                </a:solidFill>
                <a:latin typeface="Arial"/>
              </a:rPr>
              <a:t>Очереди, стеки, серверы в комнате и бинарный поиск — с ООП.
Выполнил: Макейчик Юрий · Преподаватель: Филимонов Д. В.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Минск,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ОБЗОР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Четыре программы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Связные списки — задание №6
2. Стеки / очереди — задание №10
3. Деревья и графы — задание №13
4. Бинарный поиск — задание №9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по каждой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• Условие и что найти
• Ключевой код (ООП)
• Как работает простыми словами
• Результат работы (скрин)
• Тесты, проблемы, отладка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МЕТОДИКА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тестировали и чем дебажили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Как тестировали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• Сборка в Visual Studio 2022 (C++17).
• Обычные, крайние и пустые случаи.
• Сверяли вывод с ручным расчётом.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Чем дебажили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• Отладчик VS: точки останова, F10 / F11.
• Окно Watch — следили за указателями.
• cout в узких местах; пары new / delete.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Связные списки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Задание №6 · очередь на односвязном списке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Реализовать очередь на односвязном списке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Два указателя: на начало и на конец.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Односвязный список; указатели head (начало) и tail (конец).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СДЕЛАТЬ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Очередь (FIFO): вставка в конец, удаление из начала.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ДОП.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Заполнение случайными числами и вывод очереди.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Вставка в конец и удаление из начала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spis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12" y="2247900"/>
            <a:ext cx="5016275" cy="3943350"/>
          </a:xfrm>
          <a:prstGeom prst="roundRect">
            <a:avLst>
              <a:gd name="adj" fmla="val 2898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enqueue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Новый узел цепляем к tail и двигаем tail.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dequeue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Берём из head, сдвигаем head, освобождаем память.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Указатели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Пустая очередь — head и tail равны nullptr.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spis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6467"/>
            <a:ext cx="4457700" cy="3324965"/>
          </a:xfrm>
          <a:prstGeom prst="roundRect">
            <a:avLst>
              <a:gd name="adj" fmla="val 3437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класс Queue с узлами односвязного списка (head / tail).
На экране: заполнили 8 случайных чисел, добавили 100 в конец, удалили один из начала — порядок FIFO сохраняется.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Очередь работает по правилу «первым пришёл — первым вышел» (FIFO), как очередь в магазине. Внутри — односвязный список: каждый узел знает следующего.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enqueue: создаём узел и цепляем его к концу (tail).
2. dequeue: берём узел с начала (head).
3. Сдвигаем head на следующий узел.
4. Если очередь опустела — обнуляем и tail.
5. print: идём от head до конца.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очередь на списке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Проверены добавление, удаление и пустая очередь.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Действие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Ожидалось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enqueue 10, 20, 30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10 20 30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dequeue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ушёл 10 → 20 30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getFront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dequeue до пустоты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[ Очередь пуста ]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dequeue пустой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сообщение об ошибке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Стеки и очереди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Задание №10 · очередь на базе стека</a:t>
            </a:r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Построить очередь на основе стека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Реализация на двух стеках: вход и выход.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Своя структура «Стек» (LIFO) на односвязном списке.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СДЕЛАТЬ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На её базе — «Очередь» (FIFO): enqueue, dequeue, front.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ИДЕЯ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Второй стек переворачивает порядок → получается FIFO.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Два стека: вход и выход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ste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6714"/>
            <a:ext cx="5829300" cy="3585720"/>
          </a:xfrm>
          <a:prstGeom prst="roundRect">
            <a:avLst>
              <a:gd name="adj" fmla="val 3187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enqueue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Кладём в inStack_ — всегда O(1).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transferIfNeeded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Переливаем в outStack_, только если он пуст.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dequeue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Берём с верхушки outStack_ — амортизированно O(1).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ste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58363"/>
            <a:ext cx="4457700" cy="2141172"/>
          </a:xfrm>
          <a:prstGeom prst="roundRect">
            <a:avLst>
              <a:gd name="adj" fmla="val 5338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класс Stack (свой стек) и QueueOnStacks на двух стеках.
На экране: добавили 10, 20, 30; первый элемент = 10; после dequeue ушёл именно 10 — очередь работает как FIFO.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Стек — это стопка: кладём наверх и берём сверху (LIFO). Нужно из двух стеков собрать очередь (FIFO). Один стек — «вход», другой — «выход».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enqueue: просто кладём в стек «вход».
2. Если «выход» пуст — переливаем всё из «входа».
3. При переливании порядок переворачивается → FIFO.
4. dequeue / front: берём верхний из «выхода».
5. Переливаем редко — в среднем быстро.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очередь на стеках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Проверены порядок FIFO и реакция на пустую очередь.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Действие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Ожидалось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enqueue 10, 20, 30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10 20 30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front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dequeue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10 → осталось 20 30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dequeue из пустой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исключение поймано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порядок FIFO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сохраняется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Деревья и графы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Задание №13 · серверы в комнате</a:t>
            </a:r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Соединённые и изолированные серверы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Комната N×M, серверов N+M−2.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Комната N×M с серверами.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ПРАВИЛО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Соединены, если в одной строке или столбце.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НАЙТИ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Сколько соединены и сколько изолированы.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Анализ сети по строкам и столбцам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derev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6799"/>
            <a:ext cx="5829300" cy="2905551"/>
          </a:xfrm>
          <a:prstGeom prst="roundRect">
            <a:avLst>
              <a:gd name="adj" fmla="val 3933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Подсчёт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Считаем серверы по строкам и столбцам.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Проверка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Есть сосед в строке или столбце → соединён.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Иначе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Сервер считается изолированным.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derev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3610"/>
            <a:ext cx="4457700" cy="3630679"/>
          </a:xfrm>
          <a:prstGeom prst="roundRect">
            <a:avLst>
              <a:gd name="adj" fmla="val 3148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класс ServerRoom хранит матрицу комнаты (vector&lt;vector&lt;int&gt;&gt;).
На экране: комната 4×4, 6 серверов (N+M−2). Анализ: 5 соединённых и 1 изолированный.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Комната — это таблица N×M. По условию серверов ровно N+M−2. Два сервера «соединены», если сто��т в одной строке или одном столбце.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Считаем, сколько серверов в каждой строке и столбце.
2. Для каждого сервера смотрим его строку и столбец.
3. Есть ещё кто-то — сервер соединён.
4. Нет — изолирован.
5. Выводим два числа.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серверы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Число серверов всегда N+M−2; анализ совпадает с ручным.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5100"/>
                <a:gridCol w="2705100"/>
                <a:gridCol w="2705100"/>
                <a:gridCol w="27051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Комната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Серверов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Соединено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Изолировано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2×2 (диагональ)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3×3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4×4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5×5 (парами)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Бинарный поиск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Задание №9 · проверка генератора случайных чисел</a:t>
            </a:r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Проверить качество генератора чисел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Скопление чисел ищем бинарным поиском.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Массив из N чисел и параметры X, 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ПРАВИЛО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Если в интервале шириной 2·Y ≥ X чисел — генератор плохой.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МЕТОД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Бинарный поиск верхней границы окна, O(n·log n).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Окно шириной 2·Y и бинарный поиск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po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6779"/>
            <a:ext cx="5829300" cy="3705591"/>
          </a:xfrm>
          <a:prstGeom prst="roundRect">
            <a:avLst>
              <a:gd name="adj" fmla="val 3084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Границы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Бинарный поиск правого края окна.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Окно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Ширина 2·Y от текущего числа.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Вывод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В окне ≥ X чисел → нужна дор��ботка.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po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43784"/>
            <a:ext cx="4457700" cy="2570330"/>
          </a:xfrm>
          <a:prstGeom prst="roundRect">
            <a:avLst>
              <a:gd name="adj" fmla="val 4446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класс RandomChecker хранит массив и метод бинарного поиска.
На экране: массив 1 2 3 4 5 50 60 70 80 90, X=3, Y=5 → найдено скопление [1; 11] из 5 чисел, генератор нуждается в доработке.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Есть массив случайных чисел. Если в узком интервале ширины 2·Y скучилось слишком много чисел (не меньше X) — генератор плохой. Проверяем быстро бинарным поиском.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Сортируем массив по возрастанию.
2. Для каждого числа берём окно [число; число + 2·Y].
3. Бинарным поиском считаем числа в окне.
4. Где-то ≥ X → нужна доработка.
5. Нигде не набралось → генератор хороший.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бинарный поиск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Скопления ловятся верно; равномерные массивы — норма.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5100"/>
                <a:gridCol w="2705100"/>
                <a:gridCol w="2705100"/>
                <a:gridCol w="27051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Массив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1 2 3 4 5 50 60 70 80 90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нужна доработка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1 2 3 4 5 50 60 70 80 90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10 20 30 40 50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норма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5 5 5 5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нужна доработка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ПРОБЛЕМЫ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С чем были проблемы и как решили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Проблемы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• Списки: при опустошении не обнулялся tail.
• Стеки: путался порядок при переливании.
• Серверы: сервер считался дважды.
• Поиск: съезжали границы окна.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Как решили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• В dequeue обнуляем tail, когда head == nullptr.
• Переливаем в outStack только когда он пуст.
• Считаем каждый сервер один раз.
• Правый край окна = число + 2·Y.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ИТОГИ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Итоги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431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241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Все четыре программы работают и протестированы на разных данных.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2385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35433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42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Под каждую структуру данных — свой класс (ООП).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4386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47434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244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Код собирается в Visual Studio 2022 (стандарт C++17).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Otchet Makeychik 1-4</dc:title>
  <dc:subject/>
  <dc:creator>Notion AI</dc:creator>
  <cp:keywords/>
  <dc:description>generated using python-pptx</dc:description>
  <cp:lastModifiedBy>Notion AI</cp:lastModifiedBy>
  <cp:revision>1</cp:revision>
  <dcterms:created xsi:type="dcterms:W3CDTF">2026-07-05T20:01:17Z</dcterms:created>
  <dcterms:modified xsi:type="dcterms:W3CDTF">2026-07-05T20:01:17Z</dcterms:modified>
  <cp:category/>
</cp:coreProperties>
</file>